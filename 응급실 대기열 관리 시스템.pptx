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4384000" cy="13716000"/>
  <p:notesSz cx="6858000" cy="9144000"/>
  <p:embeddedFontLst>
    <p:embeddedFont>
      <p:font typeface="Pretendard Light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8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46.png" Type="http://schemas.openxmlformats.org/officeDocument/2006/relationships/image"/><Relationship Id="rId2" Target="../media/image23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46.png" Type="http://schemas.openxmlformats.org/officeDocument/2006/relationships/image"/><Relationship Id="rId2" Target="../media/image8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82.png" Type="http://schemas.openxmlformats.org/officeDocument/2006/relationships/image"/><Relationship Id="rId16" Target="../media/image83.png" Type="http://schemas.openxmlformats.org/officeDocument/2006/relationships/image"/><Relationship Id="rId17" Target="../media/image46.png" Type="http://schemas.openxmlformats.org/officeDocument/2006/relationships/image"/><Relationship Id="rId2" Target="../media/image70.png" Type="http://schemas.openxmlformats.org/officeDocument/2006/relationships/image"/><Relationship Id="rId3" Target="../media/image62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2" Target="../media/image70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Relationship Id="rId9" Target="../media/image9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89000" y="0"/>
            <a:ext cx="22999700" cy="7023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14300" y="1181100"/>
            <a:ext cx="11861800" cy="1135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388600" y="7023100"/>
            <a:ext cx="14287500" cy="6781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11300" y="3149600"/>
            <a:ext cx="15392400" cy="186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1300" y="11798300"/>
            <a:ext cx="148336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5016500"/>
            <a:ext cx="14833600" cy="147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11300" y="2438400"/>
            <a:ext cx="14833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367000" y="-20574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241800" y="3187700"/>
            <a:ext cx="30213300" cy="1107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4927600"/>
            <a:ext cx="6146800" cy="82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05900" y="4927600"/>
            <a:ext cx="6146800" cy="153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65500" y="4927600"/>
            <a:ext cx="61468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71700" y="8674100"/>
            <a:ext cx="6146800" cy="82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31300" y="8674100"/>
            <a:ext cx="61468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052800" y="5753100"/>
            <a:ext cx="61468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4254500"/>
            <a:ext cx="9283700" cy="828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71300" y="4864100"/>
            <a:ext cx="11137900" cy="711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671300" y="5905500"/>
            <a:ext cx="11137900" cy="681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12179300"/>
            <a:ext cx="21107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1300" y="4292600"/>
            <a:ext cx="21285200" cy="237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06800" y="4864100"/>
            <a:ext cx="4000500" cy="123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20600" y="4965700"/>
            <a:ext cx="7124700" cy="123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63100" y="4838700"/>
            <a:ext cx="215900" cy="127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98100" y="5207000"/>
            <a:ext cx="13208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49400" y="7226300"/>
            <a:ext cx="21285200" cy="2374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590800" y="7797800"/>
            <a:ext cx="6578600" cy="1231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446000" y="7899400"/>
            <a:ext cx="8077200" cy="1181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01200" y="7772400"/>
            <a:ext cx="215900" cy="1270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223500" y="8140700"/>
            <a:ext cx="1320800" cy="54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87500" y="10160000"/>
            <a:ext cx="21285200" cy="2374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616200" y="10731500"/>
            <a:ext cx="5981700" cy="1231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484100" y="10833100"/>
            <a:ext cx="7124700" cy="1181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626600" y="10706100"/>
            <a:ext cx="215900" cy="1270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261600" y="11074400"/>
            <a:ext cx="13208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57100" y="4686300"/>
            <a:ext cx="11277600" cy="788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77800" y="5588000"/>
            <a:ext cx="9918700" cy="621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0" y="4686300"/>
            <a:ext cx="101600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32000" y="5765800"/>
            <a:ext cx="10160000" cy="706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520700"/>
            <a:ext cx="81534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4000500"/>
            <a:ext cx="10236200" cy="843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0300" y="4000500"/>
            <a:ext cx="10236200" cy="843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0" y="4508500"/>
            <a:ext cx="101600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32000" y="5588000"/>
            <a:ext cx="9525000" cy="492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52400" y="4508500"/>
            <a:ext cx="101600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52400" y="5588000"/>
            <a:ext cx="10160000" cy="421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520700"/>
            <a:ext cx="81534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57100" y="4686300"/>
            <a:ext cx="11277600" cy="788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77800" y="5588000"/>
            <a:ext cx="9918700" cy="621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0" y="4686300"/>
            <a:ext cx="101600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32000" y="5765800"/>
            <a:ext cx="10172700" cy="635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520700"/>
            <a:ext cx="81534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4000500"/>
            <a:ext cx="10236200" cy="843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0300" y="4000500"/>
            <a:ext cx="10236200" cy="843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0" y="4508500"/>
            <a:ext cx="101600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32000" y="5588000"/>
            <a:ext cx="9525000" cy="563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52400" y="4508500"/>
            <a:ext cx="101600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52400" y="5588000"/>
            <a:ext cx="10160000" cy="492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520700"/>
            <a:ext cx="81534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2600" y="4000500"/>
            <a:ext cx="7302500" cy="843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6858000"/>
            <a:ext cx="5956300" cy="71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6300" y="7569200"/>
            <a:ext cx="6540500" cy="350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178800" y="4000500"/>
            <a:ext cx="7302500" cy="843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40800" y="6858000"/>
            <a:ext cx="59563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21700" y="7569200"/>
            <a:ext cx="6616700" cy="3505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75000" y="4000500"/>
            <a:ext cx="7302500" cy="843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624300" y="6858000"/>
            <a:ext cx="5956300" cy="132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256000" y="8178800"/>
            <a:ext cx="6540500" cy="3505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314700" y="4978400"/>
            <a:ext cx="1651000" cy="1651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252200" y="5359400"/>
            <a:ext cx="11430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910300" y="5359400"/>
            <a:ext cx="1397000" cy="1397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74800" y="520700"/>
            <a:ext cx="81534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4749800"/>
            <a:ext cx="20866100" cy="896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94000" y="8737600"/>
            <a:ext cx="18415000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DED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22500" y="-3479800"/>
            <a:ext cx="11861800" cy="1135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6600" y="0"/>
            <a:ext cx="25146000" cy="3340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1143000"/>
            <a:ext cx="21221700" cy="163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4000500"/>
            <a:ext cx="10236200" cy="843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0300" y="4000500"/>
            <a:ext cx="10236200" cy="843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32000" y="4508500"/>
            <a:ext cx="101600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5588000"/>
            <a:ext cx="9575800" cy="4216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52400" y="4508500"/>
            <a:ext cx="101600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52400" y="5588000"/>
            <a:ext cx="9588500" cy="492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